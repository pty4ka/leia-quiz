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Default Extension="jpg" ContentType="image/jpeg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g" Type="http://schemas.openxmlformats.org/officeDocument/2006/relationships/image"/></Relationships>
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g" Type="http://schemas.openxmlformats.org/officeDocument/2006/relationships/image"/></Relationships>
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g" Type="http://schemas.openxmlformats.org/officeDocument/2006/relationships/image"/></Relationships>
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g" Type="http://schemas.openxmlformats.org/officeDocument/2006/relationships/image"/></Relationships>
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g" Type="http://schemas.openxmlformats.org/officeDocument/2006/relationships/image"/></Relationships>
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g" Type="http://schemas.openxmlformats.org/officeDocument/2006/relationships/image"/></Relationships>
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g" Type="http://schemas.openxmlformats.org/officeDocument/2006/relationships/image"/></Relationships>
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g" Type="http://schemas.openxmlformats.org/officeDocument/2006/relationships/image"/></Relationships>
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g" Type="http://schemas.openxmlformats.org/officeDocument/2006/relationships/image"/></Relationships>
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g" Type="http://schemas.openxmlformats.org/officeDocument/2006/relationships/image"/></Relationships>
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g" Type="http://schemas.openxmlformats.org/officeDocument/2006/relationships/image"/></Relationships>
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g" Type="http://schemas.openxmlformats.org/officeDocument/2006/relationships/image"/></Relationships>
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g" Type="http://schemas.openxmlformats.org/officeDocument/2006/relationships/image"/></Relationships>
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g" Type="http://schemas.openxmlformats.org/officeDocument/2006/relationships/image"/></Relationships>
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g" Type="http://schemas.openxmlformats.org/officeDocument/2006/relationships/image"/></Relationships>
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g" Type="http://schemas.openxmlformats.org/officeDocument/2006/relationships/image"/></Relationships>
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g" Type="http://schemas.openxmlformats.org/officeDocument/2006/relationships/image"/></Relationships>
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g" Type="http://schemas.openxmlformats.org/officeDocument/2006/relationships/image"/></Relationships>
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g" Type="http://schemas.openxmlformats.org/officeDocument/2006/relationships/image"/></Relationships>
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g" Type="http://schemas.openxmlformats.org/officeDocument/2006/relationships/image"/></Relationships>
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g" Type="http://schemas.openxmlformats.org/officeDocument/2006/relationships/image"/></Relationships>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